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84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AI HACKATHON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Support Chatbot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 that diagnoses API errors and drives the full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incident lifecycle — built on Google ADK &amp; Gemini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2405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4892040"/>
            <a:ext cx="2048256" cy="457200"/>
          </a:xfrm>
          <a:prstGeom prst="roundRect">
            <a:avLst>
              <a:gd name="adj" fmla="val 50000"/>
            </a:avLst>
          </a:prstGeom>
          <a:solidFill>
            <a:srgbClr val="12405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331720" y="489204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(Vertex AI)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08576" y="489204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2405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08576" y="4892040"/>
            <a:ext cx="89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33288" y="4892040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12405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733288" y="4892040"/>
            <a:ext cx="1760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Style: Multi-Agent Orchestration  |  Supervisor / Worker Pattern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user intent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0195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Coordinator agent routes each request to the right specialist, keeping context across the conversation.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log analytics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3639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API error logs are queried in DuckDB and turned into Markdown / Mermaid visualizations on demand.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977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ITSM lifecycle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7083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REST APIs (OAuth 2.0 Client Credentials) create incidents, and post work notes.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155448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95528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2286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25237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Agent Development Kit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0" y="2971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32095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models via Vertex 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0" y="3657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DuckDB (analytics.duckdb)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4343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45811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Mermaid chart generation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55280" y="5029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52669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REST APIs, OAuth 2.0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Chatbot HLD/LLD — DRAFT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Worker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B2E4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480560" y="1664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— intent routing &amp; context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80660" y="2377440"/>
            <a:ext cx="0" cy="32004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880860" y="2377440"/>
            <a:ext cx="0" cy="32004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1851660" cy="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880860" y="2697480"/>
            <a:ext cx="2400300" cy="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429000" y="2697480"/>
            <a:ext cx="0" cy="36576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281160" y="2697480"/>
            <a:ext cx="0" cy="36576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828800" y="30632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828800" y="3172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35021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— queries DuckDB, aggregates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metrics, renders Mermaid charts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0" y="30632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80960" y="3172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Agent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0" y="35021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— creates/updates incidents,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tickets, uploads attachments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4114800"/>
            <a:ext cx="0" cy="59436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281160" y="4114800"/>
            <a:ext cx="0" cy="594360"/>
          </a:xfrm>
          <a:prstGeom prst="line">
            <a:avLst/>
          </a:prstGeom>
          <a:noFill/>
          <a:ln w="19050">
            <a:solidFill>
              <a:srgbClr val="5A71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828800" y="470916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CFE8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82880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analytics.duckdb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5093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mappings &amp;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4709160"/>
            <a:ext cx="3200400" cy="731520"/>
          </a:xfrm>
          <a:prstGeom prst="roundRect">
            <a:avLst>
              <a:gd name="adj" fmla="val 7500"/>
            </a:avLst>
          </a:prstGeom>
          <a:solidFill>
            <a:srgbClr val="FBE4D8"/>
          </a:solidFill>
          <a:ln w="1270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68096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REST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5093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Client sits above the Coordinator and receives every response back through 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Chatbot HLD/LLD — DRAFT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552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diagnostics through incident creation, step by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 log errors" sent to the Coordinator Agent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155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21408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212848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12848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diagnostics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12848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routes to Data Analyst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38728" y="1600200"/>
            <a:ext cx="155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94176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85616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85616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DuckDB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85616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analytics.duckdb, returns error records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11496" y="1600200"/>
            <a:ext cx="155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66944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58384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58384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58384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summary + Mermaid diagram returned to user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84264" y="1600200"/>
            <a:ext cx="155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9712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931152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31152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31152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incident" sent to the Coordinator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57032" y="1600200"/>
            <a:ext cx="155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412480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503920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503920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POST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03920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Agent fetches token, creates incident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29800" y="1600200"/>
            <a:ext cx="1554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85248" y="16002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076688" y="1673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076688" y="2057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076688" y="2404872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ticket &amp; sys_id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3383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96112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51376" y="3383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498848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(Data Analyst Agent)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31936" y="3383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8979408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lifecycle (ServiceNow Agent)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CF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step 6–7: the ServiceNow handshake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Fetch OAuth token  →  POST /oauth_token.do  (Client Credentials grant)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22960" y="49194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incident  →  POST /api/now/table/incident  →  201 Created (sys_id)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22960" y="52669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53440" y="531266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 →  Ticket number &amp; sys_id returned to the user through the Coordinator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Chatbot HLD/LLD — DRAFT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DuckDB diagnostics (analytics.duckdb)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country_mappings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country_code (PK)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3337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69080" y="160020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0B2E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069080" y="160020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251960" y="16733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api_error_logs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51960" y="1984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 capture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4688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record_id (PK)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0" y="28529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country_code (FK)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323697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business_code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97680" y="36210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0" y="40050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api_name (NOT NULL)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4389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error_response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0" y="47731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create_date_time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0" y="3337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589520" y="160020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589520" y="160020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772400" y="16733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v_normalized_api_errors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0" y="198424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18120" y="24688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source columns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18120" y="28529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 log_date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18120" y="323697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 normalized_error_category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18120" y="36210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(CASE/ILIKE rules)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applies pattern rules (e.g. ILIKE on error codes 20093, 20097, 20010…) to turn raw traces into a small set of normalized categories the Data Analyst Agent can report 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Chatbot HLD/LLD — DRAFT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Full-lifecycle ITSM via REST, OAuth 2.0 Client Credentials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28784"/>
              </p:ext>
            </p:extLst>
          </p:nvPr>
        </p:nvGraphicFramePr>
        <p:xfrm>
          <a:off x="548640" y="1508760"/>
          <a:ext cx="11064240" cy="1981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/oauth_token.do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Credentials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Incident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/api/now/table/incident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Incident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/api/now/table/incident/{sys_id}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Incident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/api/now/table/incident/{sys_id}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BE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requirement:</a:t>
            </a:r>
            <a:endParaRPr lang="en-US" sz="1250" dirty="0"/>
          </a:p>
        </p:txBody>
      </p:sp>
      <p:sp>
        <p:nvSpPr>
          <p:cNvPr id="4" name="Text 4"/>
          <p:cNvSpPr/>
          <p:nvPr/>
        </p:nvSpPr>
        <p:spPr>
          <a:xfrm>
            <a:off x="2651760" y="43434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OAuth service account must hold the  itil  and  rest_api_explorer  roles in ServiceNow.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operation follows the same pattern: fetch/refresh Bearer token  →  call endpoint  →  return sys_id / confirmation to the Coordinator Agent.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Chatbot HLD/LLD — DRAFT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from governance to autonomy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2324D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Governance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Human-in-the-Loop (HITL) approval gateways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secret management (Cloud Secret Manager)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8920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Role-based access control in the Coordinator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2324D"/>
          </a:solidFill>
          <a:ln w="15875">
            <a:solidFill>
              <a:srgbClr val="3E8F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3E8FB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480560" y="1874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Scale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Bidirectional multimodal streaming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4023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Spanner / distributed DB integration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48920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Remote agent interoperability (A2A protocol)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6002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2324D"/>
          </a:solidFill>
          <a:ln w="15875">
            <a:solidFill>
              <a:srgbClr val="F2643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18388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264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183880" y="1874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Intelligence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8388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Autonomous remediation playbooks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83880" y="4023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Evaluation &amp; optimization flywheel (evalsets)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83880" y="48920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Reflexion &amp; self-correction loops (LoopAgent)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Chatbot HLD/LLD — DRAFT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799</Words>
  <Application>Microsoft Office PowerPoint</Application>
  <PresentationFormat>Widescreen</PresentationFormat>
  <Paragraphs>168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Sarkar, Sujit (Cognizant)</cp:lastModifiedBy>
  <cp:revision>4</cp:revision>
  <dcterms:created xsi:type="dcterms:W3CDTF">2026-07-29T11:55:42Z</dcterms:created>
  <dcterms:modified xsi:type="dcterms:W3CDTF">2026-07-29T12:02:57Z</dcterms:modified>
</cp:coreProperties>
</file>